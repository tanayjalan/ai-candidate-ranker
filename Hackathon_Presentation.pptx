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Candidate Ranking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Redrob India Runs Data &amp; AI Challenge</a:t>
            </a:r>
          </a:p>
          <a:p>
            <a:r>
              <a:t>Team: TanayJalan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with Standard AI Recruiting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standard Vector Search / LLMs fail:</a:t>
            </a:r>
          </a:p>
          <a:p>
            <a:pPr lvl="1"/>
            <a:r>
              <a:t>Title Confusion: Vector models think 'Civil Engineer' is an 80% match for 'AI Engineer' due to word overlap.</a:t>
            </a:r>
          </a:p>
          <a:p>
            <a:pPr lvl="1"/>
            <a:r>
              <a:t>Keyword Stuffing: Candidates paste 'Machine Learning' into unrelated roles to hack the system.</a:t>
            </a:r>
          </a:p>
          <a:p>
            <a:pPr lvl="1"/>
            <a:r>
              <a:t>Hallucination: LLMs hallucinate fit summaries without checking actual timeline math.</a:t>
            </a:r>
          </a:p>
          <a:p>
            <a:pPr lvl="1"/>
            <a:r>
              <a:t>Latency: Running 100k candidates through LLM API calls takes days and violates the 5-min CPU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Architecture: The 4-Layer Hybrid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built a multi-layered scoring engine that ranks like a human recruiter:</a:t>
            </a:r>
          </a:p>
          <a:p>
            <a:pPr lvl="1"/>
            <a:r>
              <a:t>Layer 1: Semantic Scoring (25%) - Uses all-mpnet-base-v2 and FAISS to understand deep contextual skill relationships.</a:t>
            </a:r>
          </a:p>
          <a:p>
            <a:pPr lvl="1"/>
            <a:r>
              <a:t>Layer 2: Structured Scoring (40%) - The Anchor. Hard checks on exact Title match, Experience Gaussian Curve (penalizes under/over experienced), and Skill duration.</a:t>
            </a:r>
          </a:p>
          <a:p>
            <a:pPr lvl="1"/>
            <a:r>
              <a:t>Layer 3: Behavioral Signals (25%) - Redrob platform metrics (response rates, GitHub activity, profile completeness).</a:t>
            </a:r>
          </a:p>
          <a:p>
            <a:pPr lvl="1"/>
            <a:r>
              <a:t>Layer 4: Bonus Modifiers (10%) - Points for 'Open to Work' and low notice periods.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Honeypot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catch the 80 synthetic profiles hidden in the dataset, we built 7 heuristic rules:</a:t>
            </a:r>
          </a:p>
          <a:p>
            <a:pPr lvl="1"/>
            <a:r>
              <a:t>Timeline Math: Checks if stated years of experience exceeds the actual sum of job durations.</a:t>
            </a:r>
          </a:p>
          <a:p>
            <a:pPr lvl="1"/>
            <a:r>
              <a:t>Expert Fakes: Flags 'Expert' proficiency when the skill duration is zero.</a:t>
            </a:r>
          </a:p>
          <a:p>
            <a:pPr lvl="1"/>
            <a:r>
              <a:t>Job Hopping Anomalies: Flags impossible overlapping job histories.</a:t>
            </a:r>
          </a:p>
          <a:p>
            <a:pPr lvl="1"/>
            <a:r>
              <a:t>The Penalty: Any flagged honeypot receives a 90% structured score penalty, burying them at the bottom of the rank.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Compute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system flawlessly satisfies all hackathon constraints:</a:t>
            </a:r>
          </a:p>
          <a:p>
            <a:pPr lvl="1"/>
            <a:r>
              <a:t>Speed: Ranks 100 candidates in ~47 seconds (Constraint: &lt; 5 minutes).</a:t>
            </a:r>
          </a:p>
          <a:p>
            <a:pPr lvl="1"/>
            <a:r>
              <a:t>Resources: Runs purely on CPU with ~2GB peak RAM (Constraint: CPU only, &lt;16GB RAM).</a:t>
            </a:r>
          </a:p>
          <a:p>
            <a:pPr lvl="1"/>
            <a:r>
              <a:t>Network: Zero external API calls made during the ranking process.</a:t>
            </a:r>
          </a:p>
          <a:p>
            <a:pPr lvl="1"/>
            <a:r>
              <a:t>Explainable AI: Generates unique, specific, non-hallucinated reasoning strings for the final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